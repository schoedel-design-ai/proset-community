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ProSet as a tool for capturing important ideas quickly, organizing them, and converting them into useful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problem: in busy moments, important ideas come and go quickly, and without capture they can be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vital ideas broadly: they can be practical reminders, creative insights, or essential business thoughts.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desired experience: a fast way to capture ideas, organize them, transcribe them, and move them into action affordably.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the problem to the product origin story: existing tools did not fit the use case, so the concept evolved through experimentation.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ProSet clearly: it is designed around ideas and thinking, not meetings, while still offering transcription.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conversion capability: ProSet helps move captured ideas into practical outputs and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current availability: Android and web are live in beta, feedback is encouraged, and iOS is coming soon.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call to action: try ProSet, use the free options, and share feedback to help shape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80015" y="-1463040"/>
            <a:ext cx="4206240" cy="4206240"/>
          </a:xfrm>
          <a:prstGeom prst="ellipse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4D399"/>
                </a:solidFill>
                <a:latin typeface="Arial"/>
              </a:rPr>
              <a:t>PROSET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8229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4577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Arial"/>
              </a:rPr>
              <a:t>ProSet: Capture Vital Ideas Before They Fade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9CA3AF"/>
                </a:solidFill>
                <a:latin typeface="Arial"/>
              </a:rPr>
              <a:t>Record vital ideas in the moment  ·  Organize thoughts before they disappear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9F6E"/>
                </a:solidFill>
                <a:latin typeface="Arial"/>
              </a:rPr>
              <a:t>PROSET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D21"/>
                </a:solidFill>
                <a:latin typeface="Arial"/>
              </a:rPr>
              <a:t>The problem: vital ideas disappear fast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9144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22573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Overloaded minds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Competing priorities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Fading working memory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Lost ideas and commitments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Too late recall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ProSet — Capture Vital Ideas Before They Fade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9F6E"/>
                </a:solidFill>
                <a:latin typeface="Arial"/>
              </a:rPr>
              <a:t>PROSET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D21"/>
                </a:solidFill>
                <a:latin typeface="Arial"/>
              </a:rPr>
              <a:t>Vital ideas are more than reminders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9144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22573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Appointments and commitments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New solutions at work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Creative endeavors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Business plan essentials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Life-giving ideas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ProSet — Capture Vital Ideas Before They Fade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9F6E"/>
                </a:solidFill>
                <a:latin typeface="Arial"/>
              </a:rPr>
              <a:t>PROSET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D21"/>
                </a:solidFill>
                <a:latin typeface="Arial"/>
              </a:rPr>
              <a:t>What the speaker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9144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22573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Capture without typing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Record and organize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Optional transcription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Thematic thought threads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Workflow-ready outputs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Affordable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ProSet — Capture Vital Ideas Before They Fade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75807" y="2880360"/>
            <a:ext cx="64008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54680"/>
            <a:ext cx="103628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From personal need to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9F6E"/>
                </a:solidFill>
                <a:latin typeface="Arial"/>
              </a:rPr>
              <a:t>PROSET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D21"/>
                </a:solidFill>
                <a:latin typeface="Arial"/>
              </a:rPr>
              <a:t>ProSet is built for thought capture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9144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22573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Not a meeting recorder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Not a mere transcriber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Mind scaffold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Productivity tool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Vital-idea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ProSet — Capture Vital Ideas Before They Fade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9F6E"/>
                </a:solidFill>
                <a:latin typeface="Arial"/>
              </a:rPr>
              <a:t>PROSET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D21"/>
                </a:solidFill>
                <a:latin typeface="Arial"/>
              </a:rPr>
              <a:t>ProSet turns thoughts into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9144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22573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Emails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Blog posts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LinkedIn posts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Lists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800" b="0">
                <a:solidFill>
                  <a:srgbClr val="1A1D21"/>
                </a:solidFill>
                <a:latin typeface="Arial"/>
              </a:rPr>
              <a:t>Other converted artifacts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ProSet — Capture Vital Ideas Before They Fade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75807" y="2880360"/>
            <a:ext cx="64008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54680"/>
            <a:ext cx="103628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Where ProSet is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75807" y="2880360"/>
            <a:ext cx="64008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54680"/>
            <a:ext cx="103628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Try ProSet and share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09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